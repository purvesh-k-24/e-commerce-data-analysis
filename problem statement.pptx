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53589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7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77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824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31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8894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118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16140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0538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5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20905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413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364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935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7143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05532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2661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8362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480794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54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78151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7106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862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964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6711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097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0290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829AF9A6-382C-4622-8999-0AF6FB8ACBD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33D1DEEF-C2BE-448D-A859-BD8152B45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673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626C5-20C4-F9EF-6B23-BC364BBE7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99F6D4-9353-A9AD-0353-E4B92B1270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8C0F9D-4F79-7D0C-C93D-6CA6C6864F2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46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040EE-E6C1-58F2-092B-78871FC0E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PROBLEM STATEMENT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 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3561B-4888-5D66-B588-69C73222C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1. You need to calculate the monthly sales of the store and identify which month had the highest sales and which month had the lowest sales.</a:t>
            </a:r>
          </a:p>
          <a:p>
            <a:r>
              <a:rPr lang="en-IN" sz="1800" dirty="0"/>
              <a:t> 2. You need to </a:t>
            </a:r>
            <a:r>
              <a:rPr lang="en-IN" sz="1800" dirty="0" err="1"/>
              <a:t>analyze</a:t>
            </a:r>
            <a:r>
              <a:rPr lang="en-IN" sz="1800" dirty="0"/>
              <a:t> sales based on product categories and determine which category has the lowest sales and which category has the highest sales.</a:t>
            </a:r>
          </a:p>
          <a:p>
            <a:r>
              <a:rPr lang="en-IN" sz="1800" dirty="0"/>
              <a:t> 3. The sales analysis needs to be done based on sub-categories. </a:t>
            </a:r>
          </a:p>
          <a:p>
            <a:r>
              <a:rPr lang="en-IN" sz="1800" dirty="0"/>
              <a:t>4. You need to </a:t>
            </a:r>
            <a:r>
              <a:rPr lang="en-IN" sz="1800" dirty="0" err="1"/>
              <a:t>analyze</a:t>
            </a:r>
            <a:r>
              <a:rPr lang="en-IN" sz="1800" dirty="0"/>
              <a:t> the monthly profit from sales and determine which month had the highest profit. </a:t>
            </a:r>
          </a:p>
          <a:p>
            <a:r>
              <a:rPr lang="en-IN" sz="1800" dirty="0"/>
              <a:t>5. </a:t>
            </a:r>
            <a:r>
              <a:rPr lang="en-IN" sz="1800" dirty="0" err="1"/>
              <a:t>Analyze</a:t>
            </a:r>
            <a:r>
              <a:rPr lang="en-IN" sz="1800" dirty="0"/>
              <a:t> the profit by category and sub-category.</a:t>
            </a:r>
          </a:p>
          <a:p>
            <a:r>
              <a:rPr lang="en-IN" sz="1800" dirty="0"/>
              <a:t> 6. </a:t>
            </a:r>
            <a:r>
              <a:rPr lang="en-IN" sz="1800" dirty="0" err="1"/>
              <a:t>Analyze</a:t>
            </a:r>
            <a:r>
              <a:rPr lang="en-IN" sz="1800" dirty="0"/>
              <a:t> the sales and profit by customer segment. </a:t>
            </a:r>
          </a:p>
          <a:p>
            <a:r>
              <a:rPr lang="en-IN" sz="1800" dirty="0"/>
              <a:t>7. </a:t>
            </a:r>
            <a:r>
              <a:rPr lang="en-IN" sz="1800" dirty="0" err="1"/>
              <a:t>Analyze</a:t>
            </a:r>
            <a:r>
              <a:rPr lang="en-IN" sz="1800" dirty="0"/>
              <a:t> the sales to profit ratio.</a:t>
            </a:r>
          </a:p>
        </p:txBody>
      </p:sp>
    </p:spTree>
    <p:extLst>
      <p:ext uri="{BB962C8B-B14F-4D97-AF65-F5344CB8AC3E}">
        <p14:creationId xmlns:p14="http://schemas.microsoft.com/office/powerpoint/2010/main" val="1312708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AE635-5DC3-7539-C8F6-5BE41A1FD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A472E-65D6-FF8C-F1D2-8FA730483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72636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11</TotalTime>
  <Words>126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JasmineUPC</vt:lpstr>
      <vt:lpstr>Raleway</vt:lpstr>
      <vt:lpstr>School Days</vt:lpstr>
      <vt:lpstr>PowerPoint Presentation</vt:lpstr>
      <vt:lpstr>PROBLEM STATEMENT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Purvesh Kanfade</dc:creator>
  <cp:lastModifiedBy>Purvesh Kanfade</cp:lastModifiedBy>
  <cp:revision>1</cp:revision>
  <dcterms:created xsi:type="dcterms:W3CDTF">2026-09-11T14:15:27Z</dcterms:created>
  <dcterms:modified xsi:type="dcterms:W3CDTF">2026-09-11T14:26:51Z</dcterms:modified>
</cp:coreProperties>
</file>